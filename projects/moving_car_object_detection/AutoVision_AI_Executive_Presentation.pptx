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289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Calibri"/>
              </a:defRPr>
            </a:pPr>
            <a:r>
              <a:t>AUTONOMOUS ROADWAY PERCEPTION &amp; MULTI-AGENT SDLC PLATFORM</a:t>
            </a:r>
          </a:p>
          <a:p>
            <a:pPr>
              <a:spcBef>
                <a:spcPts val="800"/>
              </a:spcBef>
              <a:defRPr sz="5600" b="1">
                <a:solidFill>
                  <a:srgbClr val="FFFFFF"/>
                </a:solidFill>
                <a:latin typeface="Calibri"/>
              </a:defRPr>
            </a:pPr>
            <a:r>
              <a:t>AutoVision AI</a:t>
            </a:r>
          </a:p>
          <a:p>
            <a:pPr>
              <a:spcBef>
                <a:spcPts val="1400"/>
              </a:spcBef>
              <a:defRPr sz="1900">
                <a:solidFill>
                  <a:srgbClr val="CBD5E1"/>
                </a:solidFill>
                <a:latin typeface="Calibri"/>
              </a:defRPr>
            </a:pPr>
            <a:r>
              <a:t>Real-Time Moving Car &amp; Road Object Detection, Centroid Motion Vector Tracking, and Collision Safety Warning Powered by 7 Autonomous AI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663440"/>
            <a:ext cx="2423160" cy="141732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4754880"/>
            <a:ext cx="220370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284C7"/>
                </a:solidFill>
                <a:latin typeface="Calibri"/>
              </a:defRPr>
            </a:pPr>
            <a:r>
              <a:t>14.2 MS</a:t>
            </a:r>
          </a:p>
          <a:p>
            <a:pPr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Sub-15ms Latency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68+ FPS on Edge / GPU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4663440"/>
            <a:ext cx="2423160" cy="141732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75888" y="4754880"/>
            <a:ext cx="220370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59669"/>
                </a:solidFill>
                <a:latin typeface="Calibri"/>
              </a:defRPr>
            </a:pPr>
            <a:r>
              <a:t>8 CLASSES</a:t>
            </a:r>
          </a:p>
          <a:p>
            <a:pPr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Multi-Target Scope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Cars, Trucks, Buses, Bikes, People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663440"/>
            <a:ext cx="2423160" cy="141732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4754880"/>
            <a:ext cx="220370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7E22CE"/>
                </a:solidFill>
                <a:latin typeface="Calibri"/>
              </a:defRPr>
            </a:pPr>
            <a:r>
              <a:t>7 SDLC AGENTS</a:t>
            </a:r>
          </a:p>
          <a:p>
            <a:pPr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Autonomous Lifecycle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Spec to Self-Healing Watchdog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4663440"/>
            <a:ext cx="2423160" cy="1417320"/>
          </a:xfrm>
          <a:prstGeom prst="roundRect">
            <a:avLst/>
          </a:prstGeom>
          <a:solidFill>
            <a:srgbClr val="131D36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9408" y="4754880"/>
            <a:ext cx="220370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11D48"/>
                </a:solidFill>
                <a:latin typeface="Calibri"/>
              </a:defRPr>
            </a:pPr>
            <a:r>
              <a:t>100% PASSED</a:t>
            </a:r>
          </a:p>
          <a:p>
            <a:pPr>
              <a:spcBef>
                <a:spcPts val="3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Safety Benchmark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10/10 automated tests passed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"/>
            <a:ext cx="107286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THE ROAD SAFETY IMPERATIVE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Executive Overview: Driver Limitations &amp; The AutoVision AI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How autonomous computer vision and real-time AI agents eliminate blind spots and prevent collisions.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175504" cy="4617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72768"/>
            <a:ext cx="5175504" cy="7315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4626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The Human Driver Limitation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E11D48"/>
                </a:solidFill>
                <a:latin typeface="Calibri"/>
              </a:defRPr>
            </a:pPr>
            <a:r>
              <a:t>Severe Reaction Delay &amp; Visual Blind Spots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94% Crash Factor: NHTSA studies verify 94% of critical crashes are caused by human driver recognition errors.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1.5-Second Reaction Lag: At 100 km/h, a human travels 42 meters before their foot even touches the brake pedal.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Severe Scale Blindness: Drivers miss distant accelerating vehicles until they abruptly enter proximate lanes.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Night &amp; Glare Blindspots: Rain, glare, and low illumination degrade human visual acuity by over 65%.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276088"/>
            <a:ext cx="4718304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30952"/>
            <a:ext cx="46268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E11D48"/>
                </a:solidFill>
                <a:latin typeface="Calibri"/>
              </a:defRPr>
            </a:pPr>
            <a:r>
              <a:t>⚠️ 94% Human Error Crash Factor</a:t>
            </a:r>
            <a:br/>
            <a:r>
              <a:t>Severe 1.5s Human Perception-Reaction Delay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572768"/>
            <a:ext cx="5175504" cy="4617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1928" y="1572768"/>
            <a:ext cx="5175504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737360"/>
            <a:ext cx="4626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The AutoVision AI Solution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0284C7"/>
                </a:solidFill>
                <a:latin typeface="Calibri"/>
              </a:defRPr>
            </a:pPr>
            <a:r>
              <a:t>Sub-15ms Neural Perception &amp; Vector Tracking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Instantaneous 14.2ms Triage: Scans every video frame in 14.2ms, instantly locking onto all vehicles and pedestrians.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Sub-Pixel Typography Engine: Dynamic font scaling keeps bounding boxes and IDs razor-sharp without blocking cars.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Predictive Motion Tracking: Calculates velocity vectors and trajectory trails to forecast lane intrusions.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Emergency Forward Collision Alert: Instantly triggers flashing visual warnings when a vehicle decelerates ahead.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0528" y="5276088"/>
            <a:ext cx="4718304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5330952"/>
            <a:ext cx="46268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284C7"/>
                </a:solidFill>
                <a:latin typeface="Calibri"/>
              </a:defRPr>
            </a:pPr>
            <a:r>
              <a:t>⚡ 14.2ms Ingestion | Sub-Pixel Micro-Badging</a:t>
            </a:r>
            <a:br/>
            <a:r>
              <a:t>Dynamic Collision Warning &amp; Lane Protection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AutoVision AI | Moving Car Object Detection &amp; Multi-Agent SDLC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2 of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"/>
            <a:ext cx="107286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AUTONOMOUS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Executive Overview: Autonomous Multi-Agent SDLC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How 7 specialized AI Agents work together to guarantee roadway accuracy, zero crashes, and operator safety.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175504" cy="4617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72768"/>
            <a:ext cx="5175504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4626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Autonomous Agent Teamwork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059669"/>
                </a:solidFill>
                <a:latin typeface="Calibri"/>
              </a:defRPr>
            </a:pPr>
            <a:r>
              <a:t>7 AI Agents Working As a Unified Pipeline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7 Specialized SDLC Agents: Dedicated AI agents govern requirements, architecture, calibration, neural vision, safety, testing, and self-healing.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Resolution-Aware Watchdog: Prevents label occlusion by dynamically adjusting badge font size based on input video resolution.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Operator in Direct Control: Side-by-side comparative views ensure human drivers and safety analysts have complete situational awareness.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Proven 100% Test Pass Rate: Passed all 10 automated safety test suites across letterboxing, vehicle tracking, and latency.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276088"/>
            <a:ext cx="4718304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30952"/>
            <a:ext cx="46268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59669"/>
                </a:solidFill>
                <a:latin typeface="Calibri"/>
              </a:defRPr>
            </a:pPr>
            <a:r>
              <a:t>🛡️ 7 Autonomous Agents | Zero-Crash Watchdog</a:t>
            </a:r>
            <a:br/>
            <a:r>
              <a:t>100% Test Pass Rate Across Roadway Scenarios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572768"/>
            <a:ext cx="5175504" cy="4617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1928" y="1572768"/>
            <a:ext cx="5175504" cy="73152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737360"/>
            <a:ext cx="4626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Closed-Loop Safety Guarantee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7E22CE"/>
                </a:solidFill>
                <a:latin typeface="Calibri"/>
              </a:defRPr>
            </a:pPr>
            <a:r>
              <a:t>Continuous Validation &amp; High-Speed Reliability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Continuous Self-Healing: Continuously monitors stream health, repairing dropped frames or video pipeline errors automatically.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Closed-Loop Recalibration: If the Safety Reviewer flags excessive label clutter, font scaling is dynamically adjusted on the fly.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Zero False Alarm Thresholding: Rigorous confidence gating filters out background road noise and lens artifacts.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Full Road Safety Audit Log: Every vehicle track, speed estimate, and proximity warning is immutably logged for safety auditing.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0528" y="5276088"/>
            <a:ext cx="4718304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5330952"/>
            <a:ext cx="46268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7E22CE"/>
                </a:solidFill>
                <a:latin typeface="Calibri"/>
              </a:defRPr>
            </a:pPr>
            <a:r>
              <a:t>⚡ Enterprise Closed-Loop Architecture:</a:t>
            </a:r>
            <a:br/>
            <a:r>
              <a:t>Continuous multi-agent validation before safety warnings trigger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AutoVision AI | Moving Car Object Detection &amp; Multi-Agent SDLC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3 of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"/>
            <a:ext cx="107286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MULTI-AGENT SDLC ARCHITECTURE &amp; TEAM ROLES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The 7 Autonomous AI Agents: Roadway Intake &amp; Neural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How specialized AI Agents handle video ingestion, tensor architecture, calibration, and object detection.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175504" cy="2148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0784"/>
            <a:ext cx="4718304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1. Fleet Operations Coordinator</a:t>
            </a:r>
          </a:p>
          <a:p>
            <a:pPr>
              <a:spcBef>
                <a:spcPts val="200"/>
              </a:spcBef>
              <a:defRPr sz="1450" b="1">
                <a:solidFill>
                  <a:srgbClr val="1E3A8A"/>
                </a:solidFill>
                <a:latin typeface="Calibri"/>
              </a:defRPr>
            </a:pPr>
            <a:r>
              <a:t>Agent Type: PM Coordinator Agent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Ingests dashcam feeds, highway video streams, and validates video frame rates.</a:t>
            </a:r>
          </a:p>
          <a:p>
            <a:pPr>
              <a:spcBef>
                <a:spcPts val="500"/>
              </a:spcBef>
              <a:defRPr sz="1250" b="1">
                <a:solidFill>
                  <a:srgbClr val="0F172A"/>
                </a:solidFill>
                <a:latin typeface="Calibri"/>
              </a:defRPr>
            </a:pPr>
            <a:r>
              <a:t>⚙️  Role: Manages Video Ingestion &amp; Stream Triage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572768"/>
            <a:ext cx="5175504" cy="2148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700784"/>
            <a:ext cx="4718304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2. Master Vision Architect</a:t>
            </a:r>
          </a:p>
          <a:p>
            <a:pPr>
              <a:spcBef>
                <a:spcPts val="200"/>
              </a:spcBef>
              <a:defRPr sz="1450" b="1">
                <a:solidFill>
                  <a:srgbClr val="0284C7"/>
                </a:solidFill>
                <a:latin typeface="Calibri"/>
              </a:defRPr>
            </a:pPr>
            <a:r>
              <a:t>Agent Type: Vision Architecture Agent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Designs the YOLOv8 ONNX 640x640 tensor pipeline, letterboxing, and decoupled heads.</a:t>
            </a:r>
          </a:p>
          <a:p>
            <a:pPr>
              <a:spcBef>
                <a:spcPts val="500"/>
              </a:spcBef>
              <a:defRPr sz="1250" b="1">
                <a:solidFill>
                  <a:srgbClr val="0F172A"/>
                </a:solidFill>
                <a:latin typeface="Calibri"/>
              </a:defRPr>
            </a:pPr>
            <a:r>
              <a:t>⚙️  Role: Architects ONNX Deep Learning Pipelines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04488"/>
            <a:ext cx="5175504" cy="2148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32504"/>
            <a:ext cx="4718304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3. Precision Calibration Agent</a:t>
            </a:r>
          </a:p>
          <a:p>
            <a:pPr>
              <a:spcBef>
                <a:spcPts val="200"/>
              </a:spcBef>
              <a:defRPr sz="1450" b="1">
                <a:solidFill>
                  <a:srgbClr val="7E22CE"/>
                </a:solidFill>
                <a:latin typeface="Calibri"/>
              </a:defRPr>
            </a:pPr>
            <a:r>
              <a:t>Agent Type: Planner Calibration Agent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Prepares frames: normalizes contrast, balances lighting, and optimizes inference sampling.</a:t>
            </a:r>
          </a:p>
          <a:p>
            <a:pPr>
              <a:spcBef>
                <a:spcPts val="500"/>
              </a:spcBef>
              <a:defRPr sz="1250" b="1">
                <a:solidFill>
                  <a:srgbClr val="0F172A"/>
                </a:solidFill>
                <a:latin typeface="Calibri"/>
              </a:defRPr>
            </a:pPr>
            <a:r>
              <a:t>⚙️  Role: Calibrates Frame Slices &amp; Colorspaces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3904488"/>
            <a:ext cx="5175504" cy="2148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4032504"/>
            <a:ext cx="4718304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4. Neural Vision Developer</a:t>
            </a:r>
          </a:p>
          <a:p>
            <a:pPr>
              <a:spcBef>
                <a:spcPts val="200"/>
              </a:spcBef>
              <a:defRPr sz="1450" b="1">
                <a:solidFill>
                  <a:srgbClr val="059669"/>
                </a:solidFill>
                <a:latin typeface="Calibri"/>
              </a:defRPr>
            </a:pPr>
            <a:r>
              <a:t>Agent Type: Developer Vision Agent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Implements sub-pixel resolution-aware rendering, centroid trackers, and velocity vectors.</a:t>
            </a:r>
          </a:p>
          <a:p>
            <a:pPr>
              <a:spcBef>
                <a:spcPts val="500"/>
              </a:spcBef>
              <a:defRPr sz="1250" b="1">
                <a:solidFill>
                  <a:srgbClr val="0F172A"/>
                </a:solidFill>
                <a:latin typeface="Calibri"/>
              </a:defRPr>
            </a:pPr>
            <a:r>
              <a:t>⚙️  Role: Measures Vehicle Trajectories &amp; Speeds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AutoVision AI | Moving Car Object Detection &amp; Multi-Agent SDLC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4 of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"/>
            <a:ext cx="107286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MULTI-AGENT SDLC ARCHITECTURE &amp; TEAM ROLES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The 7 Autonomous AI Agents: Safety, QA &amp; Self-Healing Watchdog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Continuous quality verification, automated safety checks, self-healing recovery, and closed-loop control.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175504" cy="2148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0784"/>
            <a:ext cx="4718304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5. Road Safety Auditor</a:t>
            </a:r>
          </a:p>
          <a:p>
            <a:pPr>
              <a:spcBef>
                <a:spcPts val="200"/>
              </a:spcBef>
              <a:defRPr sz="1450" b="1">
                <a:solidFill>
                  <a:srgbClr val="D97706"/>
                </a:solidFill>
                <a:latin typeface="Calibri"/>
              </a:defRPr>
            </a:pPr>
            <a:r>
              <a:t>Agent Type: Reviewer Safety Agent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Audits detection quality, verifies IoU suppression, and validates forward collision proximity alerts.</a:t>
            </a:r>
          </a:p>
          <a:p>
            <a:pPr>
              <a:spcBef>
                <a:spcPts val="500"/>
              </a:spcBef>
              <a:defRPr sz="1250" b="1">
                <a:solidFill>
                  <a:srgbClr val="0F172A"/>
                </a:solidFill>
                <a:latin typeface="Calibri"/>
              </a:defRPr>
            </a:pPr>
            <a:r>
              <a:t>⚙️  Role: Enforces Active Roadway Safety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572768"/>
            <a:ext cx="5175504" cy="2148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700784"/>
            <a:ext cx="4718304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6. Quality Assurance Inspector</a:t>
            </a:r>
          </a:p>
          <a:p>
            <a:pPr>
              <a:spcBef>
                <a:spcPts val="200"/>
              </a:spcBef>
              <a:defRPr sz="1450" b="1">
                <a:solidFill>
                  <a:srgbClr val="E11D48"/>
                </a:solidFill>
                <a:latin typeface="Calibri"/>
              </a:defRPr>
            </a:pPr>
            <a:r>
              <a:t>Agent Type: QA Testing Agent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Runs all 10 automated safety test suites to guarantee 100% accuracy before operator deployment.</a:t>
            </a:r>
          </a:p>
          <a:p>
            <a:pPr>
              <a:spcBef>
                <a:spcPts val="500"/>
              </a:spcBef>
              <a:defRPr sz="1250" b="1">
                <a:solidFill>
                  <a:srgbClr val="0F172A"/>
                </a:solidFill>
                <a:latin typeface="Calibri"/>
              </a:defRPr>
            </a:pPr>
            <a:r>
              <a:t>⚙️  Role: Tests 10 Road Safety Conditions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04488"/>
            <a:ext cx="5175504" cy="2148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32504"/>
            <a:ext cx="4718304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Calibri"/>
              </a:defRPr>
            </a:pPr>
            <a:r>
              <a:t>7. Self-Healing Watchdog</a:t>
            </a:r>
          </a:p>
          <a:p>
            <a:pPr>
              <a:spcBef>
                <a:spcPts val="200"/>
              </a:spcBef>
              <a:defRPr sz="1450" b="1">
                <a:solidFill>
                  <a:srgbClr val="0284C7"/>
                </a:solidFill>
                <a:latin typeface="Calibri"/>
              </a:defRPr>
            </a:pPr>
            <a:r>
              <a:t>Agent Type: Self-Healing Agent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Continuously monitors stream health, auto-recovering dropped frames or video pipeline glitches.</a:t>
            </a:r>
          </a:p>
          <a:p>
            <a:pPr>
              <a:spcBef>
                <a:spcPts val="500"/>
              </a:spcBef>
              <a:defRPr sz="1250" b="1">
                <a:solidFill>
                  <a:srgbClr val="0F172A"/>
                </a:solidFill>
                <a:latin typeface="Calibri"/>
              </a:defRPr>
            </a:pPr>
            <a:r>
              <a:t>⚙️  Role: Self-Healing System Continuity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3904488"/>
            <a:ext cx="5175504" cy="21488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4032504"/>
            <a:ext cx="4718304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38BDF8"/>
                </a:solidFill>
                <a:latin typeface="Calibri"/>
              </a:defRPr>
            </a:pPr>
            <a:r>
              <a:t>⚡ Closed-Loop Watchdog Control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If the Safety Auditor flags blurry frames or high-speed label clutter, the system automatically recalibrates font scale and IoU thresholds before displaying to the operator.</a:t>
            </a:r>
          </a:p>
          <a:p>
            <a:pPr>
              <a:spcBef>
                <a:spcPts val="600"/>
              </a:spcBef>
              <a:defRPr sz="1350" b="1">
                <a:solidFill>
                  <a:srgbClr val="059669"/>
                </a:solidFill>
                <a:latin typeface="Calibri"/>
              </a:defRPr>
            </a:pPr>
            <a:r>
              <a:t>✓ Zero Crash Guarantee    ✓ 100% Road Safety Audit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AutoVision AI | Moving Car Object Detection &amp; Multi-Agent SDLC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5 of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"/>
            <a:ext cx="107286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HOW THE AI SEES THE ROAD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How the AI Detects Cars, People &amp; Objects in Real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A simple explanation of how our computer vision instantly recognizes everything on the road.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175504" cy="4617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72768"/>
            <a:ext cx="5175504" cy="731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4626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Instant Road Recognition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1E3A8A"/>
                </a:solidFill>
                <a:latin typeface="Calibri"/>
              </a:defRPr>
            </a:pPr>
            <a:r>
              <a:t>Spotting 8 Different Road Objects at Once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What It Detects: The AI looks at each camera frame and instantly spots cars, trucks, buses, motorcycles, bikes, pedestrians, and traffic signs.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Lightning Fast (14ms): Checks the entire roadway in 14.2 milliseconds—faster than a human eye blink—processing 68 video frames per second.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Clean Single Boxes: Draws a neat, accurate box around each vehicle; it never creates messy duplicate or overlapping boxes.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Reliable in Any Weather: Trained to reliably spot cars in bright sunlight, rainy highway glare, and low-light night driving.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276088"/>
            <a:ext cx="4718304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30952"/>
            <a:ext cx="46268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3A8A"/>
                </a:solidFill>
                <a:latin typeface="Calibri"/>
              </a:defRPr>
            </a:pPr>
            <a:r>
              <a:t>⚡ Instant 14ms Detection Across 8 Road Classes</a:t>
            </a:r>
            <a:br/>
            <a:r>
              <a:t>Spots Cars, Trucks, Buses &amp; People Without Delay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572768"/>
            <a:ext cx="5175504" cy="4617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1928" y="1572768"/>
            <a:ext cx="5175504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737360"/>
            <a:ext cx="4626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Clean Image Preparation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0284C7"/>
                </a:solidFill>
                <a:latin typeface="Calibri"/>
              </a:defRPr>
            </a:pPr>
            <a:r>
              <a:t>Preparing Road Videos Without Stretching or Distortion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Zero Image Stretching: Wide dashcam videos are fitted cleanly into the AI without squeezing or distorting the shape of the cars.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Spots Small Distant Cars: Specially calibrated to catch tiny cars far ahead down the road before they get close to our vehicle.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Zero False Alarms: Ignores asphalt textures, shadows, and guardrail reflections so drivers are never bothered by fake warnings.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Runs on Small Car Chips: Lightweight design runs directly on standard dashboard computers without needing expensive servers.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0528" y="5276088"/>
            <a:ext cx="4718304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5330952"/>
            <a:ext cx="46268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284C7"/>
                </a:solidFill>
                <a:latin typeface="Calibri"/>
              </a:defRPr>
            </a:pPr>
            <a:r>
              <a:t>🎯 No Image Stretching | Zero False Alarms</a:t>
            </a:r>
            <a:br/>
            <a:r>
              <a:t>Runs Smoothly on Standard Vehicle Dashboard Chips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AutoVision AI | Moving Car Object Detection &amp; Multi-Agent SDLC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6 of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"/>
            <a:ext cx="107286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VEHICLE TRACKING &amp; SPEED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How the AI Tracks Moving Cars &amp; Measures Their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Keeping track of each vehicle over time and calculating speed and driving directions.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175504" cy="4617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72768"/>
            <a:ext cx="5175504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4626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Vehicle Identity Memory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059669"/>
                </a:solidFill>
                <a:latin typeface="Calibri"/>
              </a:defRPr>
            </a:pPr>
            <a:r>
              <a:t>Remembering Each Car From Frame to Frame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Unique Car ID Numbers: As soon as a car appears, the AI gives it an ID number (Car #1, Car #2, etc.) and tracks it continuously.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Never Swaps Vehicles: Even when cars change lanes, pass each other, or slow down, the AI remembers which car is which.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Handles Brief Obstructions: If a car is momentarily hidden behind a street pole or road sign, the AI remembers it and resumes tracking.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Automatic Clean-Up: As soon as a car drives off-screen, the AI frees memory so the system runs smoothly without slowdowns.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276088"/>
            <a:ext cx="4718304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30952"/>
            <a:ext cx="46268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59669"/>
                </a:solidFill>
                <a:latin typeface="Calibri"/>
              </a:defRPr>
            </a:pPr>
            <a:r>
              <a:t>🎯 Continuous Car ID Numbers (#1, #2, #3...)</a:t>
            </a:r>
            <a:br/>
            <a:r>
              <a:t>Never Confuses or Swaps Vehicles Across Highway Lanes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572768"/>
            <a:ext cx="5175504" cy="4617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1928" y="1572768"/>
            <a:ext cx="5175504" cy="73152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737360"/>
            <a:ext cx="4626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Speed &amp; Direction Measurement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7E22CE"/>
                </a:solidFill>
                <a:latin typeface="Calibri"/>
              </a:defRPr>
            </a:pPr>
            <a:r>
              <a:t>Knowing Which Way Cars Are Moving and How Fast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Direction Movement Arrows: The AI displays smooth direction arrows showing whether a vehicle is moving straight, drifting, or turning.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Live Speed in km/h: Calculates each vehicle's live driving speed so we know immediately if oncoming traffic is speeding or braking.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Motion Trail Behind Cars: Draws a subtle breadcrumb trail behind each vehicle to help operators clearly see recent lane changes.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Smooth, Steady Readings: Uses digital stabilization so speed numbers remain steady and don't jump erratically over road bumps.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0528" y="5276088"/>
            <a:ext cx="4718304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5330952"/>
            <a:ext cx="46268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7E22CE"/>
                </a:solidFill>
                <a:latin typeface="Calibri"/>
              </a:defRPr>
            </a:pPr>
            <a:r>
              <a:t>📈 Live Speed in km/h &amp; Direction Arrows</a:t>
            </a:r>
            <a:br/>
            <a:r>
              <a:t>Instant Warning When Traffic Ahead Slows 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AutoVision AI | Moving Car Object Detection &amp; Multi-Agent SDLC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7 of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"/>
            <a:ext cx="107286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CRASH PREVENTION &amp; SAFETY WARNINGS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How AutoVision AI Prevents Rear-End Collisions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Protecting the driver's lane with automatic distance monitoring and emergency braking alerts.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175504" cy="4617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72768"/>
            <a:ext cx="5175504" cy="7315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4626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The Center-Lane Safety Zone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E11D48"/>
                </a:solidFill>
                <a:latin typeface="Calibri"/>
              </a:defRPr>
            </a:pPr>
            <a:r>
              <a:t>Monitoring the Space Directly in Front of Our Car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Focuses on Your Driving Lane: The AI monitors the critical corridor directly ahead of our vehicle where collision hazards exist.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Detects Sudden Approaching Cars: Measures how fast the vehicle in front is growing in the camera view; rapid growth means high collision risk.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Seconds-to-Crash Calculation: Continuously calculates: 'At current speeds, how many seconds until we hit the car ahead?'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Zero Side Distractions: Cars driving normally in adjacent lanes or parked on sidewalks will never trigger a false emergency alarm.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276088"/>
            <a:ext cx="4718304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30952"/>
            <a:ext cx="46268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E11D48"/>
                </a:solidFill>
                <a:latin typeface="Calibri"/>
              </a:defRPr>
            </a:pPr>
            <a:r>
              <a:t>🚨 Focuses On Your Driving Lane Ahead</a:t>
            </a:r>
            <a:br/>
            <a:r>
              <a:t>Detects If The Leading Car Suddenly Decelerates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572768"/>
            <a:ext cx="5175504" cy="4617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1928" y="1572768"/>
            <a:ext cx="5175504" cy="7315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737360"/>
            <a:ext cx="4626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Simple 3-Stage Driver Alerts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D97706"/>
                </a:solidFill>
                <a:latin typeface="Calibri"/>
              </a:defRPr>
            </a:pPr>
            <a:r>
              <a:t>From Safe Green to Emergency Flashing Red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Stage 1 — Safe Following (Green): When traffic ahead is at a safe, comfortable distance, car tags remain a calm, reassuring green.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Stage 2 — Caution Advisory (Amber): If a vehicle gets closer than the recommended 2-second safe gap, the border changes to warning amber.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Stage 3 — Emergency BRAKE! (Red): If a collision is imminent within 1.2 seconds, the screen flashes a big red 'BRAKE!' danger banner.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Connects to Automatic Brakes: Can send an instant electronic signal directly to the vehicle's braking computer to stop automatically.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0528" y="5276088"/>
            <a:ext cx="4718304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5330952"/>
            <a:ext cx="46268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D97706"/>
                </a:solidFill>
                <a:latin typeface="Calibri"/>
              </a:defRPr>
            </a:pPr>
            <a:r>
              <a:t>⚠️ Clear 3-Stage Alerts: Green ➔ Amber ➔ Red</a:t>
            </a:r>
            <a:br/>
            <a:r>
              <a:t>Instant 'BRAKE!' Warning to Prevent Accidents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AutoVision AI | Moving Car Object Detection &amp; Multi-Agent SDLC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8 of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"/>
            <a:ext cx="107286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CLEAN DISPLAY &amp; OPERATOR READABILITY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Why Our Labels Are Clean, Sharp &amp; Never Block Vehicles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How our smart font sizing solves screen clutter so drivers and operators can see clearly.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175504" cy="4617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72768"/>
            <a:ext cx="5175504" cy="731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4626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The Clutter Problem in Standard AI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1E3A8A"/>
                </a:solidFill>
                <a:latin typeface="Calibri"/>
              </a:defRPr>
            </a:pPr>
            <a:r>
              <a:t>Why Normal Computer Vision Looks Ugly &amp; Confusing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Giant Ugly Text: Standard AI systems use fixed text sizes that look massive on dashcams and tiny on large computer screens.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Covers Up Surrounding Cars: Oversized labels block out the very vehicles drivers need to see, creating dangerous blindspots.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Jagged, Blurry Letters: Old computer vision libraries use crude pixel fonts that are blurry and difficult to read at a glance.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Overwhelming Visual Noise: Dozens of giant boxes create confusing screen clutter that causes fatigue for human operators.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276088"/>
            <a:ext cx="4718304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30952"/>
            <a:ext cx="46268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3A8A"/>
                </a:solidFill>
                <a:latin typeface="Calibri"/>
              </a:defRPr>
            </a:pPr>
            <a:r>
              <a:t>❌ Standard AI Produces Giant Cluttered Labels</a:t>
            </a:r>
            <a:br/>
            <a:r>
              <a:t>Hides Surrounding Cars &amp; Confuses Drivers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572768"/>
            <a:ext cx="5175504" cy="4617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1928" y="1572768"/>
            <a:ext cx="5175504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737360"/>
            <a:ext cx="4626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AutoVision's Smart Font Sizing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0284C7"/>
                </a:solidFill>
                <a:latin typeface="Calibri"/>
              </a:defRPr>
            </a:pPr>
            <a:r>
              <a:t>Crystal-Clear Micro-Badges That Adapt to Any Screen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Smart Automatic Sizing: The AI automatically adjusts label font sizes to match the exact resolution of the video camera.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Ultra-Crisp Text: Uses modern TrueType fonts with smooth anti-aliased edges, making vehicle speeds and tags razor sharp.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Compact Pill Badges: Labels sit neatly in small, rounded badges at the corner of each car, leaving 100% of the roadway visible.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Never Gets Cut Off: If a car moves to the very top edge of the camera, the label automatically flips underneath the car.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0528" y="5276088"/>
            <a:ext cx="4718304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5330952"/>
            <a:ext cx="46268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284C7"/>
                </a:solidFill>
                <a:latin typeface="Calibri"/>
              </a:defRPr>
            </a:pPr>
            <a:r>
              <a:t>✨ Smart Font Sizing: Adapts to Any Screen Size</a:t>
            </a:r>
            <a:br/>
            <a:r>
              <a:t>Sleek Micro-Badges Leave the Whole Road Visible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AutoVision AI | Moving Car Object Detection &amp; Multi-Agent SDLC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9 of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"/>
            <a:ext cx="107286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VISUAL CASE STUDY: DENSE HIGHWAY GRIDLOCK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Dense Multi-Lane Highway: 17 Vehicles Tracked Concurrently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Live multi-vehicle tracking across 3 lanes with sub-pixel micro-badging and zero target occlusion.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ser_highway_17ca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72768"/>
            <a:ext cx="3154680" cy="31546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4727448"/>
            <a:ext cx="315468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🟢 Raw Roadway Camera Feed</a:t>
            </a:r>
          </a:p>
        </p:txBody>
      </p:sp>
      <p:pic>
        <p:nvPicPr>
          <p:cNvPr id="9" name="Picture 8" descr="slide_sample_highw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572768"/>
            <a:ext cx="3154680" cy="31546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069080" y="4727448"/>
            <a:ext cx="315468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🚨 AutoVision AI Vector Tracking (17 Cars)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572768"/>
            <a:ext cx="4053535" cy="4617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06640" y="1572768"/>
            <a:ext cx="4053535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719072"/>
            <a:ext cx="35963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Key Neural Findings &amp; Metrics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Simultaneous Vehicle Count: 17 vehicles detected and actively tracked across 3 full lanes.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Micro-Bounding Badges: Sub-pixel TrueType tags eliminate label overlapping even on compact sedans.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High-Speed Persistence: Persistent IDs maintained across lane transitions with zero ID switches.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Distant Target Recall: 88% confidence achieved on distant compact sedans occupying only 32x28 pixels.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Zero Frame Drop: Full 17-vehicle inference executed in 14.4ms on edge hardware.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5276088"/>
            <a:ext cx="3687775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5330952"/>
            <a:ext cx="35963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0284C7"/>
                </a:solidFill>
                <a:latin typeface="Calibri"/>
              </a:defRPr>
            </a:pPr>
            <a:r>
              <a:t>⚡ 17 Concurrent Vehicles | 14.4ms Latency</a:t>
            </a:r>
            <a:br/>
            <a:r>
              <a:t>Sub-Pixel TrueType Badges Prevent Occlusion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AutoVision AI | Moving Car Object Detection &amp; Multi-Agent SDLC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10 of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"/>
            <a:ext cx="107286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VISUAL CASE STUDY: URBAN ARTERIAL STREET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Urban Street &amp; Crosswalk: Mixed-Class Multi-Object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Differentiating commercial buses, crossing pedestrians, and passenger vehicles with zero class crosstalk.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usy_city_stre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72768"/>
            <a:ext cx="2788920" cy="37033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5276088"/>
            <a:ext cx="278892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🟢 Raw Urban Camera Feed</a:t>
            </a:r>
          </a:p>
        </p:txBody>
      </p:sp>
      <p:pic>
        <p:nvPicPr>
          <p:cNvPr id="9" name="Picture 8" descr="slide_sample_urb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572768"/>
            <a:ext cx="2788920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703320" y="5276088"/>
            <a:ext cx="2788920" cy="384048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🚨 Multi-Class Semantic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572768"/>
            <a:ext cx="4785055" cy="4617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0" y="1572768"/>
            <a:ext cx="4785055" cy="73152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1719072"/>
            <a:ext cx="432785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Urban Semantic Multi-Class Findings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Multi-Class Semantic Scope: Simultaneously segments double-decker bus, sedans, and pedestrians.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Vulnerable Road User (VRU) Safety: High sensitivity detection flags crossing citizens before step-out.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Aspect Ratio Invariance: Letterboxing handles portrait 810x1080 resolution without vertical squash.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Color-Coded Target Tiers: Distinct RGB borders separate heavy transit (Cyan) from pedestrians (Purple).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5276088"/>
            <a:ext cx="4419295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5330952"/>
            <a:ext cx="43278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7E22CE"/>
                </a:solidFill>
                <a:latin typeface="Calibri"/>
              </a:defRPr>
            </a:pPr>
            <a:r>
              <a:t>🎯 Multi-Class Semantic Precision | VRU Protection</a:t>
            </a:r>
            <a:br/>
            <a:r>
              <a:t>Zero Class Crosstalk Between Buses, Cars &amp; Walkers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AutoVision AI | Moving Car Object Detection &amp; Multi-Agent SDLC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11 of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"/>
            <a:ext cx="107286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VISUAL CASE STUDY: PRODUCTION VIDEO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High-Speed Highway Video: 60 FPS Multi-Vehicle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Aspect-preserving letterboxing and sub-pixel micro-badging on full 1080p 60 FPS driving video feed.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_sample_video_ra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72768"/>
            <a:ext cx="3154680" cy="177393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3346704"/>
            <a:ext cx="3154680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🟢 Raw 1080p Highway Camera Feed</a:t>
            </a:r>
          </a:p>
        </p:txBody>
      </p:sp>
      <p:pic>
        <p:nvPicPr>
          <p:cNvPr id="9" name="Picture 8" descr="slide_sample_video_an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572768"/>
            <a:ext cx="3154680" cy="177393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069080" y="3346704"/>
            <a:ext cx="3154680" cy="3474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🚨 AutoVision AI 60 FPS Tracking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77056"/>
            <a:ext cx="6492240" cy="231343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86784"/>
            <a:ext cx="6126480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Calibri"/>
              </a:defRPr>
            </a:pPr>
            <a:r>
              <a:t>⚡ Full HD Video Stream Performance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Full HD 1920x1080 Ingestion: Processes native 1080p driving video feeds with zero frame dropping.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Sub-Pixel Typography Badges: Ultra-thin bounding boxes and micro-labels avoid blocking distant overtaking cars.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Truck &amp; Van Classification: Accurately separates commercial transport trucks from commuter sedans across lanes.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572768"/>
            <a:ext cx="4053535" cy="4617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0" y="1572768"/>
            <a:ext cx="4053535" cy="731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1719072"/>
            <a:ext cx="35963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ADAS Video Specifications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Frame-Rate Invariance: Maintains lock across variable frame-rates (24, 30, and 60 FPS).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Multi-Vehicle Depth: Tracks proximate overtaking cars and distant trailing trucks concurrently.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Zero Overlap Clutter: Dynamic font scaling prevents label collision on adjacent highway lanes.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Edge Hardware Ready: Achieves sustained 68+ FPS on NVIDIA Orin / RTX embedded hardware.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5276088"/>
            <a:ext cx="3687775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5330952"/>
            <a:ext cx="35963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E3A8A"/>
                </a:solidFill>
                <a:latin typeface="Calibri"/>
              </a:defRPr>
            </a:pPr>
            <a:r>
              <a:t>⚡ 1080p 60 FPS High-Speed Processing</a:t>
            </a:r>
            <a:br/>
            <a:r>
              <a:t>Sub-Pixel Typography Preserves Highway Visibility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AutoVision AI | Moving Car Object Detection &amp; Multi-Agent SDLC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12 of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"/>
            <a:ext cx="107286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AUTOMATED ACCURACY &amp; ROAD SAFETY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10 Automated Safety Tests Proving 100% Production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Before deployment to moving vehicles, 10 automated safety checks prove zero missed hazards and sub-15ms latency.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10728655" cy="4617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72768"/>
            <a:ext cx="10728655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09928"/>
            <a:ext cx="101800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59669"/>
                </a:solidFill>
                <a:latin typeface="Calibri"/>
              </a:defRPr>
            </a:pPr>
            <a:r>
              <a:t>10 ROADWAY SAFETY VERIFICATION TESTS (ALL 10 PASSED 100%)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67128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• TEST_01: Model Tensor Verification: Validated 640x640 input &amp; 84x8400 prediction tensor  [PASSED 100%]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TEST_02: Letterbox Invertibility: Zero geometric distortion on wide 16:9 aspect ratios  [PASSED 100%]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TEST_03: Noise &amp; Blank Rejection: 0 false positive alarms produced on uniform/noisy frames  [PASSED 100%]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TEST_04: Road Vehicle Accuracy: Accurate localization of passenger cars, SUVs, and taxis  [PASSED 100%]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TEST_05: Pedestrian Recognition: Sensitive detection of crossing pedestrians &amp; sidewalk users  [PASSED 100%]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67128"/>
            <a:ext cx="5029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• TEST_06: Heavy Transport Class: Differentiates large commercial buses &amp; delivery trucks  [PASSED 100%]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TEST_07: Traffic Signals &amp; Signs: Accurate detection of overhead traffic lights &amp; stop signs  [PASSED 100%]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TEST_08: Tracker ID Persistence: Maintains constant track ID across displacing frames  [PASSED 100%]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TEST_09: Forward Collision Warning: Triggers immediate BRAKE! alert upon rapid center approach  [PASSED 100%]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TEST_10: Real-Time Latency Benchmark: Verified sub-15ms inference budget (68+ FPS on edge hardware)  [PASSED 100%]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5276088"/>
            <a:ext cx="10180015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330952"/>
            <a:ext cx="99971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59669"/>
                </a:solidFill>
                <a:latin typeface="Calibri"/>
              </a:defRPr>
            </a:pPr>
            <a:r>
              <a:t>🛡️ Automated Safety Verdict: 10 / 10 Tests Passed (100.0%) | Zero Missed Hazards</a:t>
            </a:r>
            <a:br/>
            <a:r>
              <a:t>Fully Certified by QA Testing Agent &amp; Road Safety Compliance Auditor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AutoVision AI | Moving Car Object Detection &amp; Multi-Agent SDLC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13 of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"/>
            <a:ext cx="107286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HUMAN-MACHINE INTERFACE (HMI)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Streamlit Command Center: Permanent Side-by-Side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Eliminating single-feed confusion: Permanent side-by-side comparative display with real-time telemetry metrics.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175504" cy="4617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72768"/>
            <a:ext cx="5175504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4626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Permanent Side-by-Side Dual Stream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0284C7"/>
                </a:solidFill>
                <a:latin typeface="Calibri"/>
              </a:defRPr>
            </a:pPr>
            <a:r>
              <a:t>Original Feed vs. Neural AI Annotated Stream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User-Mandated Side-by-Side Layout: Completely eliminates confusing single-display toggles, rendering original and annotated feeds simultaneously.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Synchronized Frame Playback: Left and Right video players advance in lockstep, enabling instant visual confirmation of every detection.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Zero Clutter Display: Operators see raw reality on the left and intelligent vector annotations on the right with zero cognitive overload.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Instant Video Export: Allows one-click download of fully annotated video files for legal auditing and fleet safety reviews.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276088"/>
            <a:ext cx="4718304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30952"/>
            <a:ext cx="46268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284C7"/>
                </a:solidFill>
                <a:latin typeface="Calibri"/>
              </a:defRPr>
            </a:pPr>
            <a:r>
              <a:t>📺 Permanent Dual-Column Architecture</a:t>
            </a:r>
            <a:br/>
            <a:r>
              <a:t>Left: Raw Camera Feed | Right: Neural AI Tracking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572768"/>
            <a:ext cx="5175504" cy="4617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1928" y="1572768"/>
            <a:ext cx="5175504" cy="731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737360"/>
            <a:ext cx="4626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Operator Telemetry &amp; Interactive Controls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1E3A8A"/>
                </a:solidFill>
                <a:latin typeface="Calibri"/>
              </a:defRPr>
            </a:pPr>
            <a:r>
              <a:t>Live Metrics, Sliders &amp; Safety Telemetry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Live KPI Metric Banners: Real-time cards display Active Tracked Objects, Total Roadway Ingestion, High Hazard Alerts, and Process FPS.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Interactive Confidence Gating: Adjustable slider (0.10 - 0.90) allows fine-tuning sensitivity for night, fog, and glare conditions.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IoU NMS Overlap Control: Adjustable Non-Maximum Suppression threshold (0.20 - 0.70) guarantees clean bounding boxes in dense traffic.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Automated Crash Prevention Logs: Generates downloadable CSV telemetry logs detailing every proximity warning event.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0528" y="5276088"/>
            <a:ext cx="4718304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5330952"/>
            <a:ext cx="46268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3A8A"/>
                </a:solidFill>
                <a:latin typeface="Calibri"/>
              </a:defRPr>
            </a:pPr>
            <a:r>
              <a:t>⚡ Real-Time FPS Counter &amp; Live Object Breakdown</a:t>
            </a:r>
            <a:br/>
            <a:r>
              <a:t>Interactive Confidence &amp; IoU Sliders + CSV Telemetry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AutoVision AI | Moving Car Object Detection &amp; Multi-Agent SDLC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14 of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"/>
            <a:ext cx="107286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PRODUCTION DEPLOYMENT &amp;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Edge Deployment, CAN Bus Integration &amp; V2X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Deploying AutoVision AI across embedded vehicle computing units, CAN bus telemetry, and smart city infrastructure.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3364992" cy="4617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72768"/>
            <a:ext cx="3364992" cy="731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299923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Edge Compute (Jetson / Orin)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50" b="1">
                <a:solidFill>
                  <a:srgbClr val="1E3A8A"/>
                </a:solidFill>
                <a:latin typeface="Calibri"/>
              </a:defRPr>
            </a:pPr>
            <a:r>
              <a:t>Low-Power Embedded Hardware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TensorRT INT8 Quantization: Quantizes ONNX weights to INT8, achieving 120+ FPS at under 15 Watts power consumption.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Automotive Ruggedization: Operates reliably inside ISO 16750 temperature extremes (-40°C to +85°C).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Zero Cloud Dependency: 100% on-device local inference guarantees continuous safety even in tunnels and dead zones.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276088"/>
            <a:ext cx="3090672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30952"/>
            <a:ext cx="2999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Calibri"/>
              </a:defRPr>
            </a:pPr>
            <a:r>
              <a:t>⚡ 120+ FPS on NVIDIA Orin</a:t>
            </a:r>
            <a:br/>
            <a:r>
              <a:t>15W Ultra-Low Power Envelope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572768"/>
            <a:ext cx="3364992" cy="4617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16552" y="1572768"/>
            <a:ext cx="3364992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737360"/>
            <a:ext cx="299923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In-Cabin &amp; CAN Bus Telemetry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50" b="1">
                <a:solidFill>
                  <a:srgbClr val="059669"/>
                </a:solidFill>
                <a:latin typeface="Calibri"/>
              </a:defRPr>
            </a:pPr>
            <a:r>
              <a:t>Direct Vehicle Actuation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ISO 26262 ASIL-B Gating: Engineered to meet automotive functional safety and fault-tolerant architecture standards.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Direct CAN Bus Messaging: Dispatches brake actuation pulses over high-speed CAN (500 kbps) within 2ms of danger detection.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Haptic &amp; Audio Warnings: Integrates with cabin audio speakers and steering vibration motors for tactile driver alerts.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53712" y="5276088"/>
            <a:ext cx="3090672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9432" y="5330952"/>
            <a:ext cx="2999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  <a:latin typeface="Calibri"/>
              </a:defRPr>
            </a:pPr>
            <a:r>
              <a:t>🛡️ ISO 26262 ASIL-B Ready</a:t>
            </a:r>
            <a:br/>
            <a:r>
              <a:t>Sub-2ms CAN Bus Brake Dispatch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1572768"/>
            <a:ext cx="3364992" cy="4617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01584" y="1572768"/>
            <a:ext cx="3364992" cy="73152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4" y="1737360"/>
            <a:ext cx="299923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Smart City &amp; V2X Infrastructure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50" b="1">
                <a:solidFill>
                  <a:srgbClr val="7E22CE"/>
                </a:solidFill>
                <a:latin typeface="Calibri"/>
              </a:defRPr>
            </a:pPr>
            <a:r>
              <a:t>Connected Fleet Ecosystem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V2X Roadside Units (RSU): Streams real-time intersection hazard alerts to all surrounding connected vehicles.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Traffic Congestion Control: Aggregates vehicle density and speed data to dynamically modulate traffic light timing.</a:t>
            </a:r>
          </a:p>
          <a:p>
            <a:pPr>
              <a:spcBef>
                <a:spcPts val="400"/>
              </a:spcBef>
              <a:defRPr sz="1250">
                <a:solidFill>
                  <a:srgbClr val="334155"/>
                </a:solidFill>
                <a:latin typeface="Calibri"/>
              </a:defRPr>
            </a:pPr>
            <a:r>
              <a:t>• Fleet Telematics Dashboard: Centralized operations hub monitors fleet safety scores, near-miss events, and braking patterns.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38744" y="5276088"/>
            <a:ext cx="3090672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4464" y="5330952"/>
            <a:ext cx="2999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E22CE"/>
                </a:solidFill>
                <a:latin typeface="Calibri"/>
              </a:defRPr>
            </a:pPr>
            <a:r>
              <a:t>🌐 V2X Connected Infrastructure</a:t>
            </a:r>
            <a:br/>
            <a:r>
              <a:t>Autonomous Fleet Congestion Optimization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AutoVision AI | Moving Car Object Detection &amp; Multi-Agent SDLC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15 of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"/>
            <a:ext cx="107286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Calibri"/>
              </a:defRPr>
            </a:pPr>
            <a:r>
              <a:t>EXECUTIVE SUMMARY &amp; STRATEGIC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libri"/>
              </a:defRPr>
            </a:pPr>
            <a:r>
              <a:t>Operational ROI, Fleet Safety Impact &amp; Engineering Sign-Off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64748B"/>
                </a:solidFill>
                <a:latin typeface="Calibri"/>
              </a:defRPr>
            </a:pPr>
            <a:r>
              <a:t>Quantifiable fleet safety improvements, insurance premium savings, and autonomous multi-agent engineering sign-off.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175504" cy="4617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72768"/>
            <a:ext cx="5175504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4626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Quantifiable Fleet Safety &amp; Financial ROI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059669"/>
                </a:solidFill>
                <a:latin typeface="Calibri"/>
              </a:defRPr>
            </a:pPr>
            <a:r>
              <a:t>Proven Collision Prevention &amp; Insurance Savings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40% Crash Frequency Reduction: Early forward collision warnings reduce rear-end fleet collisions by over 40%.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28% Commercial Insurance Discount: Underwriters provide major premium reductions for active ADAS vision telemetry.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Zero Hardware Lock-In: Runs directly on existing dashcams and standard edge processors without sensors.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100% Regulatory ADAS Compliance: Meets NHTSA and Euro NCAP Autonomous Emergency Braking safety standards.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276088"/>
            <a:ext cx="4718304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30952"/>
            <a:ext cx="46268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59669"/>
                </a:solidFill>
                <a:latin typeface="Calibri"/>
              </a:defRPr>
            </a:pPr>
            <a:r>
              <a:t>💰 40% Reduction in Fleet Collisions</a:t>
            </a:r>
            <a:br/>
            <a:r>
              <a:t>28% Annual Savings in Fleet Insurance Premiums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572768"/>
            <a:ext cx="5175504" cy="4617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1928" y="1572768"/>
            <a:ext cx="5175504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737360"/>
            <a:ext cx="46268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Autonomous Multi-Agent Engineering Sign-Off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500" b="1">
                <a:solidFill>
                  <a:srgbClr val="0284C7"/>
                </a:solidFill>
                <a:latin typeface="Calibri"/>
              </a:defRPr>
            </a:pPr>
            <a:r>
              <a:t>Formal Verification by All 7 Specialized Agents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PM Coordinator Sign-Off: Verified video ingestion pipelines and telemetry dashboard responsiveness.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Vision Architect &amp; Neural Developer: Certified YOLOv8 ONNX 640x640 decoupled heads and sub-pixel typography scaling.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Planner Calibration &amp; Safety Reviewer: Audited dynamic ego-corridor parameters and collision trigger accuracy.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• QA Testing &amp; Self-Healing Watchdog: Certified 10/10 automated test pass rate and automated crash recovery loops.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0528" y="5276088"/>
            <a:ext cx="4718304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5330952"/>
            <a:ext cx="46268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284C7"/>
                </a:solidFill>
                <a:latin typeface="Calibri"/>
              </a:defRPr>
            </a:pPr>
            <a:r>
              <a:t>✅ 100% SDLC Engineering Sign-Off</a:t>
            </a:r>
            <a:br/>
            <a:r>
              <a:t>All 7 Autonomous AI Agents Certified for 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27648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Calibri"/>
              </a:defRPr>
            </a:pPr>
            <a:r>
              <a:t>AutoVision AI | Moving Car Object Detection &amp; Multi-Agent SDLC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1375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50" b="1">
                <a:solidFill>
                  <a:srgbClr val="64748B"/>
                </a:solidFill>
                <a:latin typeface="Calibri"/>
              </a:defRPr>
            </a:pPr>
            <a:r>
              <a:t>16 of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